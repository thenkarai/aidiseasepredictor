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8000">
                <a:solidFill>
                  <a:srgbClr val="2ECC71"/>
                </a:solidFill>
                <a:latin typeface="Impact"/>
              </a:defRPr>
            </a:pPr>
            <a:r>
              <a:t>PHASAL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solidFill>
                  <a:srgbClr val="ECF0F1"/>
                </a:solidFill>
                <a:latin typeface="Segoe UI"/>
              </a:defRPr>
            </a:pPr>
            <a:r>
              <a:t>AI Plant Disease Recognition System</a:t>
            </a:r>
          </a:p>
          <a:p>
            <a:r>
              <a:t>Real-time Health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ECC71"/>
                </a:solidFill>
                <a:latin typeface="Impact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PHASAL is an AI-powered platform for early detection of plant diseases.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Aims to empower farmers with real-time diagnostic tools using vision AI.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Utilizes Google Gemini 2.5 Flash for precise visual identification.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Localized support in Tamil for better accessibility.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583680"/>
            <a:ext cx="8229600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ECC71"/>
                </a:solidFill>
                <a:latin typeface="Impact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Global crop yield loss: 20-40% due to pests and diseases.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Lack of accessible agricultural experts in rural areas.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Manual diagnosis is slow, error-prone, and often too late.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Communication barriers for non-English speaking farmers.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583680"/>
            <a:ext cx="8229600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ECC71"/>
                </a:solidFill>
                <a:latin typeface="Impact"/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Instant recognition of plant species and diseases.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Severity Analysis: Estimating infection extent (Leaf Area Analysis).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Localized Advice: Providing treatment steps in Tamil.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User Accessibility: Modern web and mobile-friendly interface.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583680"/>
            <a:ext cx="8229600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ECC71"/>
                </a:solidFill>
                <a:latin typeface="Impact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Backend: Python &amp; Flask Web Framework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AI Engine: Google Gemini 2.5 Flash (Multi-modal Vision API)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Frontend: HTML5, CSS3, JavaScript (Glassmorphism UI)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Image Processing: Pillow (PIL)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Deployment: Vercel / Local Python Server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583680"/>
            <a:ext cx="8229600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ECC71"/>
                </a:solidFill>
                <a:latin typeface="Impact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Input Layer: Dynamic Image Upload or Real-time Camera Stream.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Processing Layer: Base64 encoding and metadata optimization.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AI Logic: Gemini-2.5-Flash pattern recognition &amp; analysis.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Output Layer: Semantic report with Severity, Cause, and Cure.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Localization: Real-time Tamil translation of botanic data.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583680"/>
            <a:ext cx="8229600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ECC71"/>
                </a:solidFill>
                <a:latin typeface="Impact"/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Real-time Field Scanning via mobile camera integration.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Interactive Severity Gauges for quick visual impact assessment.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Comprehensive Tamil Language Support for all diagnosis reports.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Cloud-based high-performance AI inference.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Modern, clean, and responsive User Experience.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583680"/>
            <a:ext cx="8229600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ECC71"/>
                </a:solidFill>
                <a:latin typeface="Impact"/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Deployment of standalone iOS &amp; Android applications.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IoT Soil Monitoring: Integrating moisture and nutrient sensors.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Offline Disease Library: Basic recognition without internet.</a:t>
            </a:r>
          </a:p>
          <a:p>
            <a:pPr>
              <a:spcBef>
                <a:spcPts val="1200"/>
              </a:spcBef>
              <a:defRPr sz="2000">
                <a:solidFill>
                  <a:srgbClr val="ECF0F1"/>
                </a:solidFill>
                <a:latin typeface="Segoe UI"/>
              </a:defRPr>
            </a:pPr>
            <a:r>
              <a:t>  • Community Expert Hub for complex pest management.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583680"/>
            <a:ext cx="8229600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7200">
                <a:solidFill>
                  <a:srgbClr val="2ECC71"/>
                </a:solidFill>
                <a:latin typeface="Impact"/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Segoe U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